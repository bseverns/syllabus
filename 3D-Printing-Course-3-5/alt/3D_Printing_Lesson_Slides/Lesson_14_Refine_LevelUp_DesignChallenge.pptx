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14: Refine &amp; Level-Up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Choose Your Path: Version 2 or Matching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Path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🔁 Refine It – Improve the design you already made</a:t>
            </a:r>
          </a:p>
          <a:p>
            <a:r>
              <a:t>🧩 Match It – Build a second item that goes with your first</a:t>
            </a:r>
          </a:p>
          <a:p>
            <a:r>
              <a:t>Pick the path that helps your avatar level up!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1: Revise and Improve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your design from last time</a:t>
            </a:r>
          </a:p>
          <a:p>
            <a:r>
              <a:t>• Make it stronger, cleaner, or more detailed</a:t>
            </a:r>
          </a:p>
          <a:p>
            <a:r>
              <a:t>• Improve balance, add features, or decorate</a:t>
            </a:r>
          </a:p>
          <a:p>
            <a:r>
              <a:t>• Save as: Firstname_Version2.stl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2: Design a Matching Piece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something that matches your first item</a:t>
            </a:r>
          </a:p>
          <a:p>
            <a:r>
              <a:t>• It could go with it, wear with it, or store it</a:t>
            </a:r>
          </a:p>
          <a:p>
            <a:r>
              <a:t>• Think: ring + badge, sword + scabbard, dice + holder</a:t>
            </a:r>
          </a:p>
          <a:p>
            <a:r>
              <a:t>• Save as: Firstname_MatchingSet.stl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Share-Out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changed or improved?</a:t>
            </a:r>
          </a:p>
          <a:p>
            <a:r>
              <a:t>• How does your new item connect to your first?</a:t>
            </a:r>
          </a:p>
          <a:p>
            <a:r>
              <a:t>• Why is this version or set better for your avatar?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Get ready to print your favorite design or full set</a:t>
            </a:r>
          </a:p>
          <a:p>
            <a:r>
              <a:t>• Start preparing your story or gallery description</a:t>
            </a:r>
          </a:p>
          <a:p>
            <a:r>
              <a:t>• Final showcase is coming soon!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