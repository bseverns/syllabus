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18: Wild Card Build Sprint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Focus, Create, and Make It Happen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Your Build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do you want to finish today?</a:t>
            </a:r>
          </a:p>
          <a:p>
            <a:r>
              <a:t>• Choose one goal:</a:t>
            </a:r>
          </a:p>
          <a:p>
            <a:r>
              <a:t>   ✅ Finish your main shape</a:t>
            </a:r>
          </a:p>
          <a:p>
            <a:r>
              <a:t>   🛠️ Fix any print issues</a:t>
            </a:r>
          </a:p>
          <a:p>
            <a:r>
              <a:t>   🎨 Add detail or decoration</a:t>
            </a:r>
          </a:p>
          <a:p>
            <a:r>
              <a:t>   🧠 Try a second version or test idea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Independent Build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Work in Tinkercad on your Wild Card project</a:t>
            </a:r>
          </a:p>
          <a:p>
            <a:r>
              <a:t>• Use your Quest Log for reference</a:t>
            </a:r>
          </a:p>
          <a:p>
            <a:r>
              <a:t>• Ask for help if stuck!</a:t>
            </a:r>
          </a:p>
          <a:p>
            <a:r>
              <a:t>• Save your file with the right name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for Smart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Align and group pieces as you go</a:t>
            </a:r>
          </a:p>
          <a:p>
            <a:r>
              <a:t>• Use Hole and Mirror for clean edges</a:t>
            </a:r>
          </a:p>
          <a:p>
            <a:r>
              <a:t>• Check: is it floating? Too thin? Balanced?</a:t>
            </a:r>
          </a:p>
          <a:p>
            <a:r>
              <a:t>• Save often and test shapes with a buddy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Wrap-Up: What Did You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did I finish today?</a:t>
            </a:r>
          </a:p>
          <a:p>
            <a:r>
              <a:t>• What’s my next step tomorrow?</a:t>
            </a:r>
          </a:p>
          <a:p>
            <a:r>
              <a:t>• One challenge I had was...</a:t>
            </a:r>
          </a:p>
          <a:p>
            <a:r>
              <a:t>• (Optional) Take a screenshot of your model!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