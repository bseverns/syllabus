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8: Test, Revise, and Improve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Making Your Phone Stand Even Better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Revise Designs?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Most great inventions don’t work perfectly the first time</a:t>
            </a:r>
          </a:p>
          <a:p>
            <a:r>
              <a:t>• Designers test and improve again and again</a:t>
            </a:r>
          </a:p>
          <a:p>
            <a:r>
              <a:t>• Your phone stand is no different!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Your Phone Stand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Try your stand with a real or model phone</a:t>
            </a:r>
          </a:p>
          <a:p>
            <a:r>
              <a:t>• Swap with a partner and give feedback:</a:t>
            </a:r>
          </a:p>
          <a:p>
            <a:r>
              <a:t>   - Does it tip?</a:t>
            </a:r>
          </a:p>
          <a:p>
            <a:r>
              <a:t>   - Is the angle good?</a:t>
            </a:r>
          </a:p>
          <a:p>
            <a:r>
              <a:t>   - Does the phone fit easily?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Revise Your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 your original Tinkercad design</a:t>
            </a:r>
          </a:p>
          <a:p>
            <a:r>
              <a:t>• Make at least one improvement:</a:t>
            </a:r>
          </a:p>
          <a:p>
            <a:r>
              <a:t>   - Deeper groove?</a:t>
            </a:r>
          </a:p>
          <a:p>
            <a:r>
              <a:t>   - Wider base?</a:t>
            </a:r>
          </a:p>
          <a:p>
            <a:r>
              <a:t>   - Extra supports?</a:t>
            </a:r>
          </a:p>
          <a:p>
            <a:r>
              <a:t>• Save as: Firstname_StandV2.stl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and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Screenshot both your first and revised designs</a:t>
            </a:r>
          </a:p>
          <a:p>
            <a:r>
              <a:t>• What’s different?</a:t>
            </a:r>
          </a:p>
          <a:p>
            <a:r>
              <a:t>• Why is the new version better?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did you change and why?</a:t>
            </a:r>
          </a:p>
          <a:p>
            <a:r>
              <a:t>• What feedback helped the most?</a:t>
            </a:r>
          </a:p>
          <a:p>
            <a:r>
              <a:t>• Would you use your new version in real life?</a:t>
            </a:r>
          </a:p>
          <a:p>
            <a:r>
              <a:t>• Turn in your reflection and screenshots!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