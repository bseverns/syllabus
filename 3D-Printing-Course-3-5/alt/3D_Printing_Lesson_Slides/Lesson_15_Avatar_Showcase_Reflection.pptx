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15: Avatar Gear Showcase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Reflect, Present, and Celebrate Your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Today’s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Share your finished gear or accessory</a:t>
            </a:r>
          </a:p>
          <a:p>
            <a:r>
              <a:t>• Write a short artist statement</a:t>
            </a:r>
          </a:p>
          <a:p>
            <a:r>
              <a:t>• Present your design to your group</a:t>
            </a:r>
          </a:p>
          <a:p>
            <a:r>
              <a:t>• Celebrate your creativity and ideas!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Write Your Artist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My item is a...</a:t>
            </a:r>
          </a:p>
          <a:p>
            <a:r>
              <a:t>• I made it because...</a:t>
            </a:r>
          </a:p>
          <a:p>
            <a:r>
              <a:t>• My favorite part is...</a:t>
            </a:r>
          </a:p>
          <a:p>
            <a:r>
              <a:t>• If I had one more day, I would...</a:t>
            </a:r>
          </a:p>
          <a:p>
            <a:r>
              <a:t>• (Optional: add a sketch or screenshot)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 to Your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your model (printed or on screen)</a:t>
            </a:r>
          </a:p>
          <a:p>
            <a:r>
              <a:t>• Read or summarize your artist statement</a:t>
            </a:r>
          </a:p>
          <a:p>
            <a:r>
              <a:t>• Let group members ask questions or give feedback</a:t>
            </a:r>
          </a:p>
          <a:p>
            <a:r>
              <a:t>• Be respectful and supportive!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Test or Demo Your 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Try on a wearable</a:t>
            </a:r>
          </a:p>
          <a:p>
            <a:r>
              <a:t>• Test how it fits, stands, or balances</a:t>
            </a:r>
          </a:p>
          <a:p>
            <a:r>
              <a:t>• Show how it works as a token or tool</a:t>
            </a:r>
          </a:p>
          <a:p>
            <a:r>
              <a:t>• Take pictures or create a gallery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 and Celebrate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thing I learned this week was...</a:t>
            </a:r>
          </a:p>
          <a:p>
            <a:r>
              <a:t>• One favorite design I saw was...</a:t>
            </a:r>
          </a:p>
          <a:p>
            <a:r>
              <a:t>• I’m proud of my work because...</a:t>
            </a:r>
          </a:p>
          <a:p>
            <a:r>
              <a:t>• Celebrate your growth as a designer!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