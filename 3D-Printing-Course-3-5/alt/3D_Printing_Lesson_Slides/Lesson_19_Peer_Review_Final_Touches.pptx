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19: Peer Review &amp; Final Touches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Give Helpful Feedback and Improve Your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Good Feedback?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Helps someone improve their work</a:t>
            </a:r>
          </a:p>
          <a:p>
            <a:r>
              <a:t>• Kind + Specific + Helpful</a:t>
            </a:r>
          </a:p>
          <a:p>
            <a:r>
              <a:t>• Example:</a:t>
            </a:r>
          </a:p>
          <a:p>
            <a:r>
              <a:t>  👍 I like your clean shape.</a:t>
            </a:r>
          </a:p>
          <a:p>
            <a:r>
              <a:t>  🤔 I wonder if the base could be wider?</a:t>
            </a:r>
          </a:p>
          <a:p>
            <a:r>
              <a:t>  🛠 Try adding a support for balance.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Review 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Look at their Tinkercad model or screenshot</a:t>
            </a:r>
          </a:p>
          <a:p>
            <a:r>
              <a:t>• Use your Peer Review Sheet or discussion prompts:</a:t>
            </a:r>
          </a:p>
          <a:p>
            <a:r>
              <a:t>   - What do you like?</a:t>
            </a:r>
          </a:p>
          <a:p>
            <a:r>
              <a:t>   - What could improve?</a:t>
            </a:r>
          </a:p>
          <a:p>
            <a:r>
              <a:t>   - What do you have questions about?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Now Make It Better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 your design</a:t>
            </a:r>
          </a:p>
          <a:p>
            <a:r>
              <a:t>• Use at least one idea from your peer feedback</a:t>
            </a:r>
          </a:p>
          <a:p>
            <a:r>
              <a:t>• Save as: Firstname_WildCard_Final.stl</a:t>
            </a:r>
          </a:p>
          <a:p>
            <a:r>
              <a:t>• Optional: Take a screenshot of your final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Reflection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feedback helped you the most?</a:t>
            </a:r>
          </a:p>
          <a:p>
            <a:r>
              <a:t>• What did you change and why?</a:t>
            </a:r>
          </a:p>
          <a:p>
            <a:r>
              <a:t>• What’s something you’re proud of in your model?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