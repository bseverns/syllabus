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9: Remix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Reimagine and Upgrade Your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Remix?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remix is a new version of something you already made</a:t>
            </a:r>
          </a:p>
          <a:p>
            <a:r>
              <a:t>• You can add, change, combine, or improve</a:t>
            </a:r>
          </a:p>
          <a:p>
            <a:r>
              <a:t>• Great designers remix to make things more useful or fun!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a Remix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🔁 Function Fusion – Combine two tools in one</a:t>
            </a:r>
          </a:p>
          <a:p>
            <a:r>
              <a:t>📐 Printability Power-Up – Make it print better or faster</a:t>
            </a:r>
          </a:p>
          <a:p>
            <a:r>
              <a:t>🎮 Fandom Add-On – Add style from your favorite game/show</a:t>
            </a:r>
          </a:p>
          <a:p>
            <a:r>
              <a:t>🧰 Hidden Feature – Add a compartment or cord wrap</a:t>
            </a:r>
          </a:p>
          <a:p>
            <a:r>
              <a:t>📏 Mini or Max Version – Change the size or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Your Remix in Tinkercad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 your first design OR start new</a:t>
            </a:r>
          </a:p>
          <a:p>
            <a:r>
              <a:t>• Use align, hole, group, and resize tools</a:t>
            </a:r>
          </a:p>
          <a:p>
            <a:r>
              <a:t>• Add new features or change the shape</a:t>
            </a:r>
          </a:p>
          <a:p>
            <a:r>
              <a:t>• Save as: Firstname_RemixStand.stl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 and Reflect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remix challenge did you use?</a:t>
            </a:r>
          </a:p>
          <a:p>
            <a:r>
              <a:t>• What changed from your first design?</a:t>
            </a:r>
          </a:p>
          <a:p>
            <a:r>
              <a:t>• Why is this version better or cooler?</a:t>
            </a:r>
          </a:p>
          <a:p>
            <a:r>
              <a:t>• Fill out your Remix Report!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Want a Challenge?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Combine two remix challenges</a:t>
            </a:r>
          </a:p>
          <a:p>
            <a:r>
              <a:t>• Add something functional AND fun</a:t>
            </a:r>
          </a:p>
          <a:p>
            <a:r>
              <a:t>• Can you design a tool that prints in one piece?</a:t>
            </a:r>
          </a:p>
          <a:p>
            <a:r>
              <a:t>• Be bold — remix like a real designer!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