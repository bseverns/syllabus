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Proxima Nova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79805E-EF28-43AD-831D-D8DE555807CC}">
  <a:tblStyle styleId="{7E79805E-EF28-43AD-831D-D8DE555807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regular.fntdata"/><Relationship Id="rId10" Type="http://schemas.openxmlformats.org/officeDocument/2006/relationships/slide" Target="slides/slide4.xml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font" Target="fonts/ProximaNova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2d92cb1f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2d92cb1f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451bb095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451bb095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51bb095a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51bb095a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451bb095a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451bb095a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roxima Nova"/>
              <a:buNone/>
              <a:defRPr sz="3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●"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■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429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429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429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■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429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429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429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■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Collaborate on next steps for your resource!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Get focused feedback on your work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Collaborate and Work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Take time to work on y</a:t>
            </a:r>
            <a:r>
              <a:rPr lang="en"/>
              <a:t>our </a:t>
            </a:r>
            <a:r>
              <a:rPr lang="en"/>
              <a:t>reso</a:t>
            </a:r>
            <a:r>
              <a:rPr lang="en"/>
              <a:t>u</a:t>
            </a:r>
            <a:r>
              <a:rPr lang="en"/>
              <a:t>rces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Collaborate with peers, or work independently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Some areas and peers as a reminder: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2" name="Google Shape;72;p15"/>
          <p:cNvGraphicFramePr/>
          <p:nvPr/>
        </p:nvGraphicFramePr>
        <p:xfrm>
          <a:off x="513900" y="2729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{7E79805E-EF28-43AD-831D-D8DE555807CC}</a:tableStyleId>
              </a:tblPr>
              <a:tblGrid>
                <a:gridCol w="3868350"/>
                <a:gridCol w="3868350"/>
              </a:tblGrid>
              <a:tr h="425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Emotion/Reflection</a:t>
                      </a:r>
                      <a:endParaRPr sz="1700"/>
                    </a:p>
                  </a:txBody>
                  <a:tcPr marT="91425" marB="91425" marR="91425" marL="91425">
                    <a:solidFill>
                      <a:srgbClr val="79FFB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Debugging Strategies and Pedagogy</a:t>
                      </a:r>
                      <a:endParaRPr sz="1700"/>
                    </a:p>
                  </a:txBody>
                  <a:tcPr marT="91425" marB="91425" marR="91425" marL="91425">
                    <a:solidFill>
                      <a:srgbClr val="79FFB8"/>
                    </a:solidFill>
                  </a:tcPr>
                </a:tc>
              </a:tr>
              <a:tr h="133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Madeline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Jessica A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Jessica B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Jason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Matt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Arden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Anne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Tiffany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Whitney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the break…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Presenters: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 sz="2000"/>
              <a:t>Present your work in detail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 sz="2000"/>
              <a:t>Show what you made, express hopes and concerns</a:t>
            </a:r>
            <a:endParaRPr sz="20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Audience</a:t>
            </a:r>
            <a:endParaRPr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AutoNum type="alphaLcPeriod"/>
            </a:pPr>
            <a:r>
              <a:rPr lang="en" sz="2100"/>
              <a:t>Dive in and provide </a:t>
            </a:r>
            <a:r>
              <a:rPr lang="en" sz="2100"/>
              <a:t>feedback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AutoNum type="alphaLcPeriod"/>
            </a:pPr>
            <a:r>
              <a:rPr lang="en" sz="2100"/>
              <a:t>Present </a:t>
            </a:r>
            <a:r>
              <a:rPr lang="en" sz="2100"/>
              <a:t>new frames of reference for your peers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Check in with David and Clay if you want to present?</a:t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