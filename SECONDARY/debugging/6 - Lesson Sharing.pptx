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embeddedFontLst>
    <p:embeddedFont>
      <p:font typeface="Proxima Nova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ProximaNova-regular.fntdata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font" Target="fonts/ProximaNova-italic.fntdata"/><Relationship Id="rId14" Type="http://schemas.openxmlformats.org/officeDocument/2006/relationships/font" Target="fonts/ProximaNova-bold.fntdata"/><Relationship Id="rId16" Type="http://schemas.openxmlformats.org/officeDocument/2006/relationships/font" Target="fonts/ProximaNova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75d1ec4043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75d1ec4043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75d1ec4043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75d1ec4043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75d1ec4043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75d1ec4043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75d1ec4043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75d1ec4043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75d1ec4043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75d1ec4043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75d1ec4043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75d1ec4043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Google Shape;55;p14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" name="Google Shape;56;p14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Google Shape;60;p15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" name="Google Shape;61;p15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1" name="Google Shape;71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2" name="Google Shape;72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0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2" name="Google Shape;82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1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5" name="Google Shape;85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21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7" name="Google Shape;87;p21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8" name="Google Shape;88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>
                <a:solidFill>
                  <a:schemeClr val="lt1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>
                <a:solidFill>
                  <a:schemeClr val="lt1"/>
                </a:solidFill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>
                <a:solidFill>
                  <a:schemeClr val="lt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>
                <a:solidFill>
                  <a:schemeClr val="lt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>
                <a:solidFill>
                  <a:schemeClr val="lt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>
                <a:solidFill>
                  <a:schemeClr val="lt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92" name="Google Shape;9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3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96" name="Google Shape;96;p23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406400" lvl="0" marL="4572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1pPr>
            <a:lvl2pPr indent="-342900" lvl="1" marL="9144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ctr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ctr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ctr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97" name="Google Shape;97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roxima Nova"/>
              <a:buNone/>
              <a:defRPr sz="3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roxima Nova"/>
              <a:buNone/>
              <a:defRPr sz="33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roxima Nova"/>
              <a:buNone/>
              <a:defRPr sz="33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roxima Nova"/>
              <a:buNone/>
              <a:defRPr sz="33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roxima Nova"/>
              <a:buNone/>
              <a:defRPr sz="33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roxima Nova"/>
              <a:buNone/>
              <a:defRPr sz="33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roxima Nova"/>
              <a:buNone/>
              <a:defRPr sz="33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roxima Nova"/>
              <a:buNone/>
              <a:defRPr sz="33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roxima Nova"/>
              <a:buNone/>
              <a:defRPr sz="33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406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Char char="●"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429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○"/>
              <a:defRPr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429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■"/>
              <a:defRPr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429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●"/>
              <a:defRPr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429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○"/>
              <a:defRPr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429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■"/>
              <a:defRPr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429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●"/>
              <a:defRPr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429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○"/>
              <a:defRPr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429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■"/>
              <a:defRPr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5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Session 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Goals</a:t>
            </a:r>
            <a:endParaRPr/>
          </a:p>
        </p:txBody>
      </p:sp>
      <p:sp>
        <p:nvSpPr>
          <p:cNvPr id="110" name="Google Shape;110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Get feedback from your peers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Debug and refactor your resource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Student Profiles (15 minutes)</a:t>
            </a:r>
            <a:endParaRPr/>
          </a:p>
        </p:txBody>
      </p:sp>
      <p:sp>
        <p:nvSpPr>
          <p:cNvPr id="116" name="Google Shape;116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Think of three student profiles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Consider varied student’s emotion, experience, computational identity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Avoid caricatures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Write a few short sentence about each student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Pair and Share One (25 minutes)</a:t>
            </a:r>
            <a:endParaRPr/>
          </a:p>
        </p:txBody>
      </p:sp>
      <p:sp>
        <p:nvSpPr>
          <p:cNvPr id="122" name="Google Shape;122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Pair with someone you don’t work with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Person A shares their resource (5 minute)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Person B listens through the frame of student #1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Person B offers feedback and ask questions (7ish minute)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Switch Roles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Pair and Share Two (30 minutes)</a:t>
            </a:r>
            <a:endParaRPr/>
          </a:p>
        </p:txBody>
      </p:sp>
      <p:sp>
        <p:nvSpPr>
          <p:cNvPr id="128" name="Google Shape;128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Pair with someone you don’t work with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Person A shares their resource (5 minute)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Person B listens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Person B offers feedback and ask questions (7ish minute)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Switch Roles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Pair and Share Three (30 minutes)</a:t>
            </a:r>
            <a:endParaRPr/>
          </a:p>
        </p:txBody>
      </p:sp>
      <p:sp>
        <p:nvSpPr>
          <p:cNvPr id="134" name="Google Shape;134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Pair with someone you don’t work with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Person A shares their resource (5 minute)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Person B listens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Person B offers feedback and ask questions (7ish minute)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