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20: Final Showcase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 Your Wild Card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Today’s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Present your final Wild Card design</a:t>
            </a:r>
          </a:p>
          <a:p>
            <a:r>
              <a:t>• Reflect on your creative process</a:t>
            </a:r>
          </a:p>
          <a:p>
            <a:r>
              <a:t>• Celebrate your weird, fun, and awesome ideas!</a:t>
            </a:r>
          </a:p>
          <a:p>
            <a:r>
              <a:t>• Be proud of your progress — you made something real!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Write or Share Your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Track I chose: ______________</a:t>
            </a:r>
          </a:p>
          <a:p>
            <a:r>
              <a:t>• My design is... ______________</a:t>
            </a:r>
          </a:p>
          <a:p>
            <a:r>
              <a:t>• It works or looks cool because... ______________</a:t>
            </a:r>
          </a:p>
          <a:p>
            <a:r>
              <a:t>• If I had one more day, I would... ______________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Share Your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Show your printed model or screenshot</a:t>
            </a:r>
          </a:p>
          <a:p>
            <a:r>
              <a:t>• Read or summarize your artist statement</a:t>
            </a:r>
          </a:p>
          <a:p>
            <a:r>
              <a:t>• Ask and answer questions:</a:t>
            </a:r>
          </a:p>
          <a:p>
            <a:r>
              <a:t>   - What inspired this?</a:t>
            </a:r>
          </a:p>
          <a:p>
            <a:r>
              <a:t>   - What was tricky or fun?</a:t>
            </a:r>
          </a:p>
          <a:p>
            <a:r>
              <a:t>   - Would you print or use this for real?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 and Celebrate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One weird thing I loved this week was...</a:t>
            </a:r>
          </a:p>
          <a:p>
            <a:r>
              <a:t>• One skill I leveled up was...</a:t>
            </a:r>
          </a:p>
          <a:p>
            <a:r>
              <a:t>• One thing I want to 3D print next is...</a:t>
            </a:r>
          </a:p>
          <a:p>
            <a:r>
              <a:t>🎉 Great work, everyone!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