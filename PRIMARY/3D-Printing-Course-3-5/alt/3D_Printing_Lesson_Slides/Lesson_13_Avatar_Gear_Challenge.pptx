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13: Avatar Gear Challenge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Choose Your Path: Wear It or Wield It?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Choose Your Design Track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💍 Wear It – Badge, pendant, charm, ring</a:t>
            </a:r>
          </a:p>
          <a:p>
            <a:r>
              <a:t>⚔️ Wield It – Token, sword, scroll, dice</a:t>
            </a:r>
          </a:p>
          <a:p>
            <a:r>
              <a:t>Pick the one that fits your style, character, or fandom!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Track 1: Wear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Max size: 60mm x 40mm</a:t>
            </a:r>
          </a:p>
          <a:p>
            <a:r>
              <a:t>• Include text, initials, or symbol</a:t>
            </a:r>
          </a:p>
          <a:p>
            <a:r>
              <a:t>• Add a hole or loop for string (optional)</a:t>
            </a:r>
          </a:p>
          <a:p>
            <a:r>
              <a:t>• Think: power-up charm, badge of honor, nameplate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Track 2: Wield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Max length: 80mm</a:t>
            </a:r>
          </a:p>
          <a:p>
            <a:r>
              <a:t>• Design something a character could hold or use</a:t>
            </a:r>
          </a:p>
          <a:p>
            <a:r>
              <a:t>• Use symmetry, alignment, and shape tools</a:t>
            </a:r>
          </a:p>
          <a:p>
            <a:r>
              <a:t>• Think: wand, blade, key, tool, or mini relic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Group and Align to clean up your model</a:t>
            </a:r>
          </a:p>
          <a:p>
            <a:r>
              <a:t>• Resize shapes and avoid floating pieces</a:t>
            </a:r>
          </a:p>
          <a:p>
            <a:r>
              <a:t>• Make it printable and save as:</a:t>
            </a:r>
          </a:p>
          <a:p>
            <a:r>
              <a:t>   Firstname_Wear.stl or Firstname_Wield.stl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Share and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Show your design to a partner:</a:t>
            </a:r>
          </a:p>
          <a:p>
            <a:r>
              <a:t>   - What is it?</a:t>
            </a:r>
          </a:p>
          <a:p>
            <a:r>
              <a:t>   - What does it do?</a:t>
            </a:r>
          </a:p>
          <a:p>
            <a:r>
              <a:t>   - How did you make it?</a:t>
            </a:r>
          </a:p>
          <a:p>
            <a:r>
              <a:t>• Get feedback and prepare to print!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