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11: Game World Builders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Avatar Accessories &amp; Gaming-Inspired Prints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Game Gear Week!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We’ll create gear, tokens, and symbols from your favorite games</a:t>
            </a:r>
          </a:p>
          <a:p>
            <a:r>
              <a:t>• Design something fun, wearable, or powerful</a:t>
            </a:r>
          </a:p>
          <a:p>
            <a:r>
              <a:t>• Let’s start by brainstorming ideas!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Would Your Avatar Carry?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shield? A coin? A medallion?</a:t>
            </a:r>
          </a:p>
          <a:p>
            <a:r>
              <a:t>• What’s in your favorite game’s inventory?</a:t>
            </a:r>
          </a:p>
          <a:p>
            <a:r>
              <a:t>• Could you design a badge, token, or ring?</a:t>
            </a:r>
          </a:p>
          <a:p>
            <a:r>
              <a:t>• What would YOU make up?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Fill Out Your Brainstorm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My favorite game/show is...</a:t>
            </a:r>
          </a:p>
          <a:p>
            <a:r>
              <a:t>• Gear I love in that world...</a:t>
            </a:r>
          </a:p>
          <a:p>
            <a:r>
              <a:t>• I’d invent...</a:t>
            </a:r>
          </a:p>
          <a:p>
            <a:r>
              <a:t>• I want to make something that is...</a:t>
            </a:r>
          </a:p>
          <a:p>
            <a:r>
              <a:t>• Sketch or list your top 2 ideas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Sketch and Share Your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Draw your idea clearly</a:t>
            </a:r>
          </a:p>
          <a:p>
            <a:r>
              <a:t>• Label what it is and what it does</a:t>
            </a:r>
          </a:p>
          <a:p>
            <a:r>
              <a:t>• Join a small group to share:</a:t>
            </a:r>
          </a:p>
          <a:p>
            <a:r>
              <a:t>   - Why did you choose this item?</a:t>
            </a:r>
          </a:p>
          <a:p>
            <a:r>
              <a:t>   - How will you build it in Tinkercad?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What’s Next?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Next lesson: start building your avatar accessory</a:t>
            </a:r>
          </a:p>
          <a:p>
            <a:r>
              <a:t>• Choose from power-ups, badges, items, or mini gear</a:t>
            </a:r>
          </a:p>
          <a:p>
            <a:r>
              <a:t>• We’ll walk through examples and get modeling!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