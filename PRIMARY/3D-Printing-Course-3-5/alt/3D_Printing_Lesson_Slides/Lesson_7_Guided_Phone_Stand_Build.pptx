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Lesson 7: Build a Phone Stand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Functional Prints Week – Guided 3D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Build a Phone Stand?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Watch videos hands-free</a:t>
            </a:r>
          </a:p>
          <a:p>
            <a:r>
              <a:t>• Use your phone like a mini monitor</a:t>
            </a:r>
          </a:p>
          <a:p>
            <a:r>
              <a:t>• A perfect first functional print!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Base: ~70mm wide, 50mm deep</a:t>
            </a:r>
          </a:p>
          <a:p>
            <a:r>
              <a:t>• Back: angled or vertical support wall</a:t>
            </a:r>
          </a:p>
          <a:p>
            <a:r>
              <a:t>• Groove: ~10mm wide slot to hold phone</a:t>
            </a:r>
          </a:p>
          <a:p>
            <a:r>
              <a:t>• Must be stable and printable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Tinkercad Tools for This Build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Shapes (box, wedge, cylinder)</a:t>
            </a:r>
          </a:p>
          <a:p>
            <a:r>
              <a:t>• Hole tool to carve groove</a:t>
            </a:r>
          </a:p>
          <a:p>
            <a:r>
              <a:t>• Align to center elements</a:t>
            </a:r>
          </a:p>
          <a:p>
            <a:r>
              <a:t>• Group to lock your parts together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Save and Submit Your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Save as: Firstname_PhoneStand.stl</a:t>
            </a:r>
          </a:p>
          <a:p>
            <a:r>
              <a:t>• Screenshot your model for your log</a:t>
            </a:r>
          </a:p>
          <a:p>
            <a:r>
              <a:t>• Submit STL file for printing queue</a:t>
            </a:r>
          </a:p>
          <a:p>
            <a:r>
              <a:t>• Get ready to test your build soon!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What did you change or add?</a:t>
            </a:r>
          </a:p>
          <a:p>
            <a:r>
              <a:t>• Do you think your stand will work?</a:t>
            </a:r>
          </a:p>
          <a:p>
            <a:r>
              <a:t>• What would you do differently next time?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