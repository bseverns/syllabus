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6: Think Like a Designer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Functional 3D Prints Kickoff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a Functional Print?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tool or object that solves a real problem</a:t>
            </a:r>
          </a:p>
          <a:p>
            <a:r>
              <a:t>• Example: phone stands, cable clips, pencil holders</a:t>
            </a:r>
          </a:p>
          <a:p>
            <a:r>
              <a:t>• Something small, useful, and printable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Empathize – What problem do you see?</a:t>
            </a:r>
          </a:p>
          <a:p>
            <a:r>
              <a:t>2. Define – Who needs help?</a:t>
            </a:r>
          </a:p>
          <a:p>
            <a:r>
              <a:t>3. Ideate – What could you make?</a:t>
            </a:r>
          </a:p>
          <a:p>
            <a:r>
              <a:t>4. Prototype – Try it in Tinkercad</a:t>
            </a:r>
          </a:p>
          <a:p>
            <a:r>
              <a:t>5. Test – Would it work in real life?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a Small Problem You 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My headphones tangle in my backpack</a:t>
            </a:r>
          </a:p>
          <a:p>
            <a:r>
              <a:t>• I keep losing my pen</a:t>
            </a:r>
          </a:p>
          <a:p>
            <a:r>
              <a:t>• My phone won’t stand up to watch videos</a:t>
            </a:r>
          </a:p>
          <a:p>
            <a:r>
              <a:t>• Think of something YOU want to fix!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Sketch, Plan,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Draw your idea with size in mind</a:t>
            </a:r>
          </a:p>
          <a:p>
            <a:r>
              <a:t>• Use shapes and holes in Tinkercad</a:t>
            </a:r>
          </a:p>
          <a:p>
            <a:r>
              <a:t>• Make sure it’s printable (under 100mm)</a:t>
            </a:r>
          </a:p>
          <a:p>
            <a:r>
              <a:t>• Save your model for printing or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 and Reflect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problem does your design solve?</a:t>
            </a:r>
          </a:p>
          <a:p>
            <a:r>
              <a:t>• What part are you most proud of?</a:t>
            </a:r>
          </a:p>
          <a:p>
            <a:r>
              <a:t>• What would you do differently next time?</a:t>
            </a:r>
          </a:p>
          <a:p>
            <a:r>
              <a:t>• Get feedback from a partner or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