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12: Build a Power-Up Coin or Avatar Badge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Game Gear Week – Simple Symbolic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Warm-Up: What Would Your Coin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Give you XP? A superpower?</a:t>
            </a:r>
          </a:p>
          <a:p>
            <a:r>
              <a:t>• Extra luck or bonus points?</a:t>
            </a:r>
          </a:p>
          <a:p>
            <a:r>
              <a:t>• Represent your avatar or fandom?</a:t>
            </a:r>
          </a:p>
          <a:p>
            <a:r>
              <a:t>• Think of a coin or badge you’d actually want to carry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Your Coin or Badge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 size: ~50–70mm wide, 3–5mm thick</a:t>
            </a:r>
          </a:p>
          <a:p>
            <a:r>
              <a:t>• Add text (like initials or XP boost)</a:t>
            </a:r>
          </a:p>
          <a:p>
            <a:r>
              <a:t>• Include a shape or icon that represents something</a:t>
            </a:r>
          </a:p>
          <a:p>
            <a:r>
              <a:t>• Make it fun, meaningful, and printable!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Tinkercad Tools You’ll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Cylinder for base</a:t>
            </a:r>
          </a:p>
          <a:p>
            <a:r>
              <a:t>• Text Tool</a:t>
            </a:r>
          </a:p>
          <a:p>
            <a:r>
              <a:t>• Basic shapes (heart, star, lightning, etc.)</a:t>
            </a:r>
          </a:p>
          <a:p>
            <a:r>
              <a:t>• Hole tool + group to carve or stack pieces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 and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 as: Firstname_PowerCoin.stl</a:t>
            </a:r>
          </a:p>
          <a:p>
            <a:r>
              <a:t>• Screenshot your final design</a:t>
            </a:r>
          </a:p>
          <a:p>
            <a:r>
              <a:t>• Turn in your file for printing</a:t>
            </a:r>
          </a:p>
          <a:p>
            <a:r>
              <a:t>• Share with a partner: what does your coin or badge mean?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Challenge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a second coin for a different power or fandom</a:t>
            </a:r>
          </a:p>
          <a:p>
            <a:r>
              <a:t>• Add a raised border or symbol outline</a:t>
            </a:r>
          </a:p>
          <a:p>
            <a:r>
              <a:t>• Make a display stand or case for your coin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