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16: Maker Pause &amp; Wild Card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Reset, Reflect, and Choose Your Next Creative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Back, Makers!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 a breath — it’s a reset day</a:t>
            </a:r>
          </a:p>
          <a:p>
            <a:r>
              <a:t>• Organize your projects and prints</a:t>
            </a:r>
          </a:p>
          <a:p>
            <a:r>
              <a:t>• Reflect on what you’ve built</a:t>
            </a:r>
          </a:p>
          <a:p>
            <a:r>
              <a:t>• Choose your next design adventure!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Print &amp; Project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Pick up your printed models</a:t>
            </a:r>
          </a:p>
          <a:p>
            <a:r>
              <a:t>• Rename and clean up your STL files</a:t>
            </a:r>
          </a:p>
          <a:p>
            <a:r>
              <a:t>• Log:</a:t>
            </a:r>
          </a:p>
          <a:p>
            <a:r>
              <a:t>   ✅ Finished prints</a:t>
            </a:r>
          </a:p>
          <a:p>
            <a:r>
              <a:t>   🔄 Models in progress</a:t>
            </a:r>
          </a:p>
          <a:p>
            <a:r>
              <a:t>   🗂️ Files to fix or rename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Preview the Wild Card Tracks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🌀 Optical Illusions</a:t>
            </a:r>
          </a:p>
          <a:p>
            <a:r>
              <a:t>🔁 Fidget or Kinetic Toys</a:t>
            </a:r>
          </a:p>
          <a:p>
            <a:r>
              <a:t>🎁 Puzzle Boxes &amp; Transforming Prints</a:t>
            </a:r>
          </a:p>
          <a:p>
            <a:r>
              <a:t>🍕 Food-Inspired Objects</a:t>
            </a:r>
          </a:p>
          <a:p>
            <a:r>
              <a:t>🧩 Game Gear Expansion</a:t>
            </a:r>
          </a:p>
          <a:p>
            <a:r>
              <a:t>🧠 Wild Idea (You create it!)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Wild Card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Pick your top choice and backup track</a:t>
            </a:r>
          </a:p>
          <a:p>
            <a:r>
              <a:t>• Use a Google Form, ballot, or sticky dot</a:t>
            </a:r>
          </a:p>
          <a:p>
            <a:r>
              <a:t>• You can vote solo or with a partner</a:t>
            </a:r>
          </a:p>
          <a:p>
            <a:r>
              <a:t>• We'll start designing based on your picks tomorrow!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Ready to Launch Your Next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kind of creativity do you want to try?</a:t>
            </a:r>
          </a:p>
          <a:p>
            <a:r>
              <a:t>• What challenge excites you the most?</a:t>
            </a:r>
          </a:p>
          <a:p>
            <a:r>
              <a:t>• What will make this your best design yet?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