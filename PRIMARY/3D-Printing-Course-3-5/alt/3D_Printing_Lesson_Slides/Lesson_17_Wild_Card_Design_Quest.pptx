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17: Wild Card Design Quest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Choose Your Creative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Wild Card Week!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Choose your creative design track</a:t>
            </a:r>
          </a:p>
          <a:p>
            <a:r>
              <a:t>• Build something fun, weird, useful, or surprising</a:t>
            </a:r>
          </a:p>
          <a:p>
            <a:r>
              <a:t>• Use all the tools you’ve learned so far!</a:t>
            </a:r>
          </a:p>
          <a:p>
            <a:r>
              <a:t>Let’s begin your final creative sprint...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Your Wild Card Track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🌀 Optical Illusions – Looks impossible or tricky</a:t>
            </a:r>
          </a:p>
          <a:p>
            <a:r>
              <a:t>🔁 Fidget Toys – Spinners, sliders, flexi things</a:t>
            </a:r>
          </a:p>
          <a:p>
            <a:r>
              <a:t>🎁 Puzzle Prints – Hide, fold, or transform</a:t>
            </a:r>
          </a:p>
          <a:p>
            <a:r>
              <a:t>🍕 Food Prints – Sushi keychain? Pizza tag?</a:t>
            </a:r>
          </a:p>
          <a:p>
            <a:r>
              <a:t>🧩 Game Gear Expansion – Build new avatar items</a:t>
            </a:r>
          </a:p>
          <a:p>
            <a:r>
              <a:t>🧠 Wild Idea – Your own original challenge!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Building Your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Complete your Design Quest Log</a:t>
            </a:r>
          </a:p>
          <a:p>
            <a:r>
              <a:t>   - Track Name</a:t>
            </a:r>
          </a:p>
          <a:p>
            <a:r>
              <a:t>   - Item Name and Purpose</a:t>
            </a:r>
          </a:p>
          <a:p>
            <a:r>
              <a:t>   - Sketch or Plan</a:t>
            </a:r>
          </a:p>
          <a:p>
            <a:r>
              <a:t>• Begin your build in Tinkercad</a:t>
            </a:r>
          </a:p>
          <a:p>
            <a:r>
              <a:t>• File name: Firstname_WildCard.stl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Peer Help &amp; Creativity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Ask your table:</a:t>
            </a:r>
          </a:p>
          <a:p>
            <a:r>
              <a:t>   - Is this grouped?</a:t>
            </a:r>
          </a:p>
          <a:p>
            <a:r>
              <a:t>   - Will this balance?</a:t>
            </a:r>
          </a:p>
          <a:p>
            <a:r>
              <a:t>   - Would this actually print?</a:t>
            </a:r>
          </a:p>
          <a:p>
            <a:r>
              <a:t>• Be bold – try something totally different!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Keep building tomorrow – refine or expand your design</a:t>
            </a:r>
          </a:p>
          <a:p>
            <a:r>
              <a:t>• We'll check on progress and start final prints</a:t>
            </a:r>
          </a:p>
          <a:p>
            <a:r>
              <a:t>• Final showcase coming soon – make something you're proud of!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