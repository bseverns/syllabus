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10: Functional Design Showcase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Reflect, Share, and Test What You Made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your favorite 3D print from this week</a:t>
            </a:r>
          </a:p>
          <a:p>
            <a:r>
              <a:t>• Explain what you built and how it works</a:t>
            </a:r>
          </a:p>
          <a:p>
            <a:r>
              <a:t>• Test your design (if printed)</a:t>
            </a:r>
          </a:p>
          <a:p>
            <a:r>
              <a:t>• Reflect on your design process and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problem does your print solve?</a:t>
            </a:r>
          </a:p>
          <a:p>
            <a:r>
              <a:t>• What part was hard or fun to design?</a:t>
            </a:r>
          </a:p>
          <a:p>
            <a:r>
              <a:t>• What makes it work well?</a:t>
            </a:r>
          </a:p>
          <a:p>
            <a:r>
              <a:t>• Would you change anything?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a real or dummy phone to test your stand</a:t>
            </a:r>
          </a:p>
          <a:p>
            <a:r>
              <a:t>• Try out your remix features (slots, curves, combos)</a:t>
            </a:r>
          </a:p>
          <a:p>
            <a:r>
              <a:t>• Help each other by asking:</a:t>
            </a:r>
          </a:p>
          <a:p>
            <a:r>
              <a:t>   - Does it work?</a:t>
            </a:r>
          </a:p>
          <a:p>
            <a:r>
              <a:t>   - Is it stable?</a:t>
            </a:r>
          </a:p>
          <a:p>
            <a:r>
              <a:t>   - What’s awesome?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 on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Fill out the Reflection Sheet:</a:t>
            </a:r>
          </a:p>
          <a:p>
            <a:r>
              <a:t>   - My print was…</a:t>
            </a:r>
          </a:p>
          <a:p>
            <a:r>
              <a:t>   - It works because…</a:t>
            </a:r>
          </a:p>
          <a:p>
            <a:r>
              <a:t>   - I improved it by…</a:t>
            </a:r>
          </a:p>
          <a:p>
            <a:r>
              <a:t>   - Next time, I would…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Week 3: Game Gear + Avatar Accessories!</a:t>
            </a:r>
          </a:p>
          <a:p>
            <a:r>
              <a:t>• Get inspired by your favorite games, movies, or creators</a:t>
            </a:r>
          </a:p>
          <a:p>
            <a:r>
              <a:t>• Start sketching ideas — anything from dice to mini shields</a:t>
            </a:r>
          </a:p>
          <a:p>
            <a:r>
              <a:t>• Keep learning, building, and designing!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